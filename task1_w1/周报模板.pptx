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205"/>
    <p:restoredTop sz="94660"/>
  </p:normalViewPr>
  <p:slideViewPr>
    <p:cSldViewPr showGuides="1">
      <p:cViewPr>
        <p:scale>
          <a:sx n="75" d="100"/>
          <a:sy n="75" d="100"/>
        </p:scale>
        <p:origin x="-1578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EED8CD-BD6F-43C8-BCB7-02760640C12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ja-JP" sz="1200" dirty="0">
                <a:latin typeface="Calibri" panose="020F0502020204030204" pitchFamily="34" charset="0"/>
                <a:ea typeface="MS PGothic" panose="020B0600070205080204" pitchFamily="34" charset="-128"/>
              </a:rPr>
            </a:fld>
            <a:endParaRPr lang="en-US" altLang="ja-JP" sz="1200" dirty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512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ja-JP" altLang="ja-JP" dirty="0">
              <a:ea typeface="MS PMincho" pitchFamily="18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スライド番号プレースホルダ 1"/>
          <p:cNvSpPr txBox="1"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defTabSz="913130" eaLnBrk="1" hangingPunct="1"/>
            <a:fld id="{9A0DB2DC-4C9A-4742-B13C-FB6460FD3503}" type="slidenum">
              <a:rPr lang="en-US" altLang="ja-JP" sz="1200" dirty="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</a:fld>
            <a:endParaRPr lang="en-US" altLang="ja-JP" sz="1200" dirty="0">
              <a:solidFill>
                <a:srgbClr val="898989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051" name="スライド番号プレースホルダ 3"/>
          <p:cNvSpPr txBox="1">
            <a:spLocks noGrp="1"/>
          </p:cNvSpPr>
          <p:nvPr/>
        </p:nvSpPr>
        <p:spPr>
          <a:xfrm>
            <a:off x="4227513" y="6491288"/>
            <a:ext cx="688975" cy="1936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913130"/>
            <a:fld id="{9A0DB2DC-4C9A-4742-B13C-FB6460FD3503}" type="slidenum">
              <a:rPr lang="en-US" altLang="ja-JP" sz="900" dirty="0">
                <a:latin typeface="Calibri" panose="020F0502020204030204" pitchFamily="34" charset="0"/>
                <a:ea typeface="MS PGothic" panose="020B0600070205080204" pitchFamily="34" charset="-128"/>
              </a:rPr>
            </a:fld>
            <a:endParaRPr lang="en-US" altLang="ja-JP" sz="900" dirty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76225"/>
            <a:ext cx="8074025" cy="257175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第一周周报 </a:t>
            </a:r>
            <a:r>
              <a:rPr kumimoji="0" lang="zh-CN" alt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zh-CN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04</a:t>
            </a:r>
            <a:r>
              <a:rPr kumimoji="0" lang="en-US" altLang="ja-JP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/26</a:t>
            </a:r>
            <a:r>
              <a:rPr kumimoji="0" lang="ja-JP" alt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～ </a:t>
            </a:r>
            <a:r>
              <a:rPr kumimoji="0" lang="en-US" altLang="ja-JP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05/02</a:t>
            </a:r>
            <a:endParaRPr kumimoji="0" lang="en-US" altLang="ja-JP" sz="1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664" name="Group 52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5900" y="739775"/>
          <a:ext cx="8712200" cy="5784931"/>
        </p:xfrm>
        <a:graphic>
          <a:graphicData uri="http://schemas.openxmlformats.org/drawingml/2006/table">
            <a:tbl>
              <a:tblPr/>
              <a:tblGrid>
                <a:gridCol w="871538"/>
                <a:gridCol w="1004887"/>
                <a:gridCol w="1073150"/>
                <a:gridCol w="3368675"/>
                <a:gridCol w="1317625"/>
                <a:gridCol w="1076325"/>
              </a:tblGrid>
              <a:tr h="736600"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项目名称</a:t>
                      </a:r>
                      <a:endParaRPr kumimoji="1" lang="ja-JP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当前项目所处阶段以及目标</a:t>
                      </a:r>
                      <a:endParaRPr kumimoji="1" lang="ja-JP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本周工作计划</a:t>
                      </a:r>
                      <a:endParaRPr kumimoji="1" lang="ja-JP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本周工作情况</a:t>
                      </a:r>
                      <a:endParaRPr kumimoji="1" lang="en-US" altLang="ja-JP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项目中遇到的问题</a:t>
                      </a:r>
                      <a:endParaRPr kumimoji="1" lang="ja-JP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下周工作计划</a:t>
                      </a:r>
                      <a:endParaRPr kumimoji="1" lang="ja-JP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48331"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ja-JP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3247" marR="33247" marT="33447" marB="33447" vert="eaVert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ja-JP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ja-JP" altLang="ja-JP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ja-JP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ja-JP" altLang="ja-JP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76" name="TextBox 7"/>
          <p:cNvSpPr txBox="1"/>
          <p:nvPr/>
        </p:nvSpPr>
        <p:spPr>
          <a:xfrm>
            <a:off x="6107430" y="405130"/>
            <a:ext cx="265747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zh-CN" altLang="en-US" sz="1400" dirty="0">
                <a:latin typeface="Arial" panose="020B0604020202020204" pitchFamily="34" charset="0"/>
              </a:rPr>
              <a:t>报告人：</a:t>
            </a:r>
            <a:r>
              <a:rPr lang="en-US" altLang="zh-CN" sz="1400" dirty="0">
                <a:latin typeface="Arial" panose="020B0604020202020204" pitchFamily="34" charset="0"/>
              </a:rPr>
              <a:t>~~~</a:t>
            </a:r>
            <a:r>
              <a:rPr lang="zh-CN" altLang="en-US" sz="1400" dirty="0">
                <a:latin typeface="Arial" panose="020B0604020202020204" pitchFamily="34" charset="0"/>
              </a:rPr>
              <a:t>，</a:t>
            </a:r>
            <a:r>
              <a:rPr lang="en-US" altLang="zh-CN" sz="1400" dirty="0">
                <a:latin typeface="Arial" panose="020B0604020202020204" pitchFamily="34" charset="0"/>
              </a:rPr>
              <a:t>~~~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ddb3c298-2dd3-4acb-a3a1-c346c0dd0ae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WPS 演示</Application>
  <PresentationFormat>全屏显示(4:3)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MS PGothic</vt:lpstr>
      <vt:lpstr>MS PMincho</vt:lpstr>
      <vt:lpstr>微软雅黑</vt:lpstr>
      <vt:lpstr>Arial Unicode MS</vt:lpstr>
      <vt:lpstr>Yu Gothic</vt:lpstr>
      <vt:lpstr>MS PMincho</vt:lpstr>
      <vt:lpstr>Office 主题</vt:lpstr>
      <vt:lpstr>第一周周报  04/26～ 05/02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基于草图的图像检索项目周报工作总结  04/20～ 04/26</dc:title>
  <dc:creator/>
  <cp:lastModifiedBy>zyeyes</cp:lastModifiedBy>
  <cp:revision>529</cp:revision>
  <dcterms:created xsi:type="dcterms:W3CDTF">2020-09-30T05:22:00Z</dcterms:created>
  <dcterms:modified xsi:type="dcterms:W3CDTF">2026-09-24T04:53:51Z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8DA5BFB6983E40AF83D607CA239C66A1_13</vt:lpwstr>
  </property>
</Properties>
</file>