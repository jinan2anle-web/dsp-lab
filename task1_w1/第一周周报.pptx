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05"/>
    <p:restoredTop sz="94660"/>
  </p:normalViewPr>
  <p:slideViewPr>
    <p:cSldViewPr showGuides="1">
      <p:cViewPr varScale="1">
        <p:scale>
          <a:sx n="78" d="100"/>
          <a:sy n="78" d="100"/>
        </p:scale>
        <p:origin x="101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xiao" userId="b15d679bac76edc0" providerId="LiveId" clId="{6D957EC9-CD4C-4DB6-9264-4A0BB721E6D4}"/>
    <pc:docChg chg="modSld">
      <pc:chgData name="le xiao" userId="b15d679bac76edc0" providerId="LiveId" clId="{6D957EC9-CD4C-4DB6-9264-4A0BB721E6D4}" dt="2026-10-09T14:37:32.219" v="82" actId="1076"/>
      <pc:docMkLst>
        <pc:docMk/>
      </pc:docMkLst>
      <pc:sldChg chg="addSp modSp mod">
        <pc:chgData name="le xiao" userId="b15d679bac76edc0" providerId="LiveId" clId="{6D957EC9-CD4C-4DB6-9264-4A0BB721E6D4}" dt="2026-10-09T14:37:32.219" v="82" actId="1076"/>
        <pc:sldMkLst>
          <pc:docMk/>
          <pc:sldMk cId="0" sldId="257"/>
        </pc:sldMkLst>
        <pc:spChg chg="mod">
          <ac:chgData name="le xiao" userId="b15d679bac76edc0" providerId="LiveId" clId="{6D957EC9-CD4C-4DB6-9264-4A0BB721E6D4}" dt="2026-10-09T14:33:52.752" v="22" actId="20577"/>
          <ac:spMkLst>
            <pc:docMk/>
            <pc:sldMk cId="0" sldId="257"/>
            <ac:spMk id="2052" creationId="{00000000-0000-0000-0000-000000000000}"/>
          </ac:spMkLst>
        </pc:spChg>
        <pc:spChg chg="mod">
          <ac:chgData name="le xiao" userId="b15d679bac76edc0" providerId="LiveId" clId="{6D957EC9-CD4C-4DB6-9264-4A0BB721E6D4}" dt="2026-10-09T14:34:45.259" v="78" actId="20577"/>
          <ac:spMkLst>
            <pc:docMk/>
            <pc:sldMk cId="0" sldId="257"/>
            <ac:spMk id="2076" creationId="{00000000-0000-0000-0000-000000000000}"/>
          </ac:spMkLst>
        </pc:spChg>
        <pc:graphicFrameChg chg="modGraphic">
          <ac:chgData name="le xiao" userId="b15d679bac76edc0" providerId="LiveId" clId="{6D957EC9-CD4C-4DB6-9264-4A0BB721E6D4}" dt="2026-10-09T14:33:25.651" v="0" actId="20577"/>
          <ac:graphicFrameMkLst>
            <pc:docMk/>
            <pc:sldMk cId="0" sldId="257"/>
            <ac:graphicFrameMk id="6664" creationId="{00000000-0000-0000-0000-000000000000}"/>
          </ac:graphicFrameMkLst>
        </pc:graphicFrameChg>
        <pc:picChg chg="add mod">
          <ac:chgData name="le xiao" userId="b15d679bac76edc0" providerId="LiveId" clId="{6D957EC9-CD4C-4DB6-9264-4A0BB721E6D4}" dt="2026-10-09T14:37:32.219" v="82" actId="1076"/>
          <ac:picMkLst>
            <pc:docMk/>
            <pc:sldMk cId="0" sldId="257"/>
            <ac:picMk id="3" creationId="{32AD25C0-83C7-45BF-AB0A-D6EDC465BF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5EED8CD-BD6F-43C8-BCB7-02760640C12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‹#›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ja-JP" sz="1200" dirty="0">
                <a:latin typeface="Calibri" panose="020F0502020204030204" pitchFamily="34" charset="0"/>
                <a:ea typeface="MS PGothic" panose="020B0600070205080204" pitchFamily="34" charset="-128"/>
              </a:rPr>
              <a:t>1</a:t>
            </a:fld>
            <a:endParaRPr lang="en-US" altLang="ja-JP" sz="1200" dirty="0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5123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ja-JP" altLang="ja-JP" dirty="0">
              <a:ea typeface="MS PMincho" pitchFamily="18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2026/10/9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スライド番号プレースホルダ 1"/>
          <p:cNvSpPr txBox="1"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defTabSz="913130" eaLnBrk="1" hangingPunct="1"/>
            <a:fld id="{9A0DB2DC-4C9A-4742-B13C-FB6460FD3503}" type="slidenum">
              <a:rPr lang="en-US" altLang="ja-JP" sz="1200" dirty="0">
                <a:solidFill>
                  <a:srgbClr val="898989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1</a:t>
            </a:fld>
            <a:endParaRPr lang="en-US" altLang="ja-JP" sz="1200" dirty="0">
              <a:solidFill>
                <a:srgbClr val="898989"/>
              </a:solidFill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2051" name="スライド番号プレースホルダ 3"/>
          <p:cNvSpPr txBox="1">
            <a:spLocks noGrp="1"/>
          </p:cNvSpPr>
          <p:nvPr/>
        </p:nvSpPr>
        <p:spPr>
          <a:xfrm>
            <a:off x="4227513" y="6491288"/>
            <a:ext cx="688975" cy="1936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algn="ctr" defTabSz="913130"/>
            <a:fld id="{9A0DB2DC-4C9A-4742-B13C-FB6460FD3503}" type="slidenum">
              <a:rPr lang="en-US" altLang="ja-JP" sz="900" dirty="0">
                <a:latin typeface="Calibri" panose="020F0502020204030204" pitchFamily="34" charset="0"/>
                <a:ea typeface="MS PGothic" panose="020B0600070205080204" pitchFamily="34" charset="-128"/>
              </a:rPr>
              <a:t>1</a:t>
            </a:fld>
            <a:endParaRPr lang="en-US" altLang="ja-JP" sz="900" dirty="0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276225"/>
            <a:ext cx="8074025" cy="257175"/>
          </a:xfrm>
        </p:spPr>
        <p:txBody>
          <a:bodyPr vert="horz" wrap="square" lIns="91440" tIns="45720" rIns="91440" bIns="45720" numCol="1" anchor="ctr" anchorCtr="0" compatLnSpc="1">
            <a:normAutofit fontScale="9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第一周周报  </a:t>
            </a:r>
            <a:r>
              <a:rPr lang="en-US" altLang="zh-CN" sz="1300" dirty="0"/>
              <a:t>10/1~10/10</a:t>
            </a:r>
            <a:endParaRPr kumimoji="0" lang="en-US" altLang="ja-JP" sz="1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664" name="Group 520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69850312"/>
              </p:ext>
            </p:extLst>
          </p:nvPr>
        </p:nvGraphicFramePr>
        <p:xfrm>
          <a:off x="215900" y="739775"/>
          <a:ext cx="8712200" cy="5784931"/>
        </p:xfrm>
        <a:graphic>
          <a:graphicData uri="http://schemas.openxmlformats.org/drawingml/2006/table">
            <a:tbl>
              <a:tblPr/>
              <a:tblGrid>
                <a:gridCol w="871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项目名称</a:t>
                      </a:r>
                      <a:endParaRPr kumimoji="1" lang="ja-JP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当前项目所处阶段以及目标</a:t>
                      </a:r>
                      <a:endParaRPr kumimoji="1" lang="ja-JP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本周工作计划</a:t>
                      </a:r>
                      <a:endParaRPr kumimoji="1" lang="ja-JP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本周工作情况</a:t>
                      </a:r>
                      <a:endParaRPr kumimoji="1" lang="en-US" altLang="ja-JP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项目中遇到的问题</a:t>
                      </a:r>
                      <a:endParaRPr kumimoji="1" lang="ja-JP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下周工作计划</a:t>
                      </a:r>
                      <a:endParaRPr kumimoji="1" lang="ja-JP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331"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>
                          <a:latin typeface="宋体"/>
                          <a:ea typeface="宋体"/>
                        </a:rPr>
                        <a:t>实验1 基于时域
分析技术的
语音识别</a:t>
                      </a:r>
                      <a:endParaRPr kumimoji="1" lang="ja-JP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3247" marR="33247" marT="33447" marB="33447" vert="eaVert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00">
                          <a:latin typeface="宋体"/>
                          <a:ea typeface="宋体"/>
                        </a:rPr>
                        <a:t>第1阶段：准备与
接口冻结（第1—2天）</a:t>
                      </a:r>
                      <a:endParaRPr kumimoji="0" lang="en-US" altLang="ja-JP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100">
                          <a:latin typeface="宋体"/>
                          <a:ea typeface="宋体"/>
                        </a:rPr>
                        <a:t>目标：完成录音入库、
WAV 字段解析，
冻结组内协作接口。</a:t>
                      </a: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00">
                          <a:latin typeface="宋体"/>
                          <a:ea typeface="宋体"/>
                        </a:rPr>
                        <a:t>1. 录制"0"~"9"
各10组以上 wav</a:t>
                      </a:r>
                      <a:endParaRPr kumimoji="0" lang="ja-JP" altLang="ja-JP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PGothic" panose="020B0600070205080204" pitchFamily="34" charset="-128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100">
                          <a:latin typeface="宋体"/>
                          <a:ea typeface="宋体"/>
                        </a:rPr>
                        <a:t>2. 解析 WAV 格式
并读取关键字段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100">
                          <a:latin typeface="宋体"/>
                          <a:ea typeface="宋体"/>
                        </a:rPr>
                        <a:t>3. 完成接口约定
与联调（D2）</a:t>
                      </a: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00">
                          <a:latin typeface="宋体"/>
                          <a:ea typeface="宋体"/>
                        </a:rPr>
                        <a:t>【录音与入库】完成数字0~9各10组共100条录音，命名 0_01.wav~9_10.wav。
【WAV解析】实现 read_wav() 逐字段读取，输出采样率/通道数/位深等关键字段对照表。
【质量审核】100条全部 16 kHz/单声道/16 bit/1.500 s，无削波、无直流偏置。
【接口冻结】冻结7个函数签名与输出结构，覆盖数据/预处理/特征/端点检测/DTW 五层；产出《接口冻结说明》v1.0。
【算法跑通】分帧加窗、短时能量/平均幅度/过零率、双门限端点检测、时域特征归一化、DTW距离与最近邻分类器均跑通。
【自检】建立28项断言的接口自检脚本，当前 28/28 全部通过。</a:t>
                      </a:r>
                      <a:endParaRPr kumimoji="0" lang="en-US" altLang="zh-C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00" dirty="0">
                          <a:latin typeface="宋体"/>
                          <a:ea typeface="宋体"/>
                        </a:rPr>
                        <a:t>1. 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read_wav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 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我原先按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 (x, fs, info) 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写接口，实际代码是四元组，调用方曾按字典取字段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。
→ 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已定：冻结清单改为四元组，以现有代码为准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。
2. 录音文件名只有数字+序号（0_01.wav），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未含说话人标识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。
→ 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已定：以实际文件为准，改为按说话人建文件夹区分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。
3. wav_parse.py 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读奇数长度子块（LIST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/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fact）会错位；公共模块已修正，待回同步（本批无此块，未暴露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）。
</a:t>
                      </a:r>
                      <a:endParaRPr kumimoji="0" lang="ja-JP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00" dirty="0">
                          <a:latin typeface="宋体"/>
                          <a:ea typeface="宋体"/>
                        </a:rPr>
                        <a:t>1. 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组内对齐接口冻结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
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清单并确认签字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。</a:t>
                      </a:r>
                      <a:endParaRPr kumimoji="0" lang="ja-JP" altLang="ja-JP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PGothic" panose="020B0600070205080204" pitchFamily="34" charset="-128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100" dirty="0">
                          <a:latin typeface="宋体"/>
                          <a:ea typeface="宋体"/>
                        </a:rPr>
                        <a:t>2. 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整库重跑接口自检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
（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出口判据复查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）。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100" dirty="0">
                          <a:latin typeface="宋体"/>
                          <a:ea typeface="宋体"/>
                        </a:rPr>
                        <a:t>3. 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实现识别主流程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：
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特征提取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—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模板库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—
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最近邻分类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。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100" dirty="0">
                          <a:latin typeface="宋体"/>
                          <a:ea typeface="宋体"/>
                        </a:rPr>
                        <a:t>4. 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在真实录音上做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
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窗型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/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帧长对比实验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。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100" dirty="0">
                          <a:latin typeface="宋体"/>
                          <a:ea typeface="宋体"/>
                        </a:rPr>
                        <a:t>5. 把 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read_wav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 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的奇数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
</a:t>
                      </a:r>
                      <a:r>
                        <a:rPr sz="1100" dirty="0" err="1">
                          <a:latin typeface="宋体"/>
                          <a:ea typeface="宋体"/>
                        </a:rPr>
                        <a:t>块填充修复回同步</a:t>
                      </a:r>
                      <a:r>
                        <a:rPr sz="1100" dirty="0">
                          <a:latin typeface="宋体"/>
                          <a:ea typeface="宋体"/>
                        </a:rPr>
                        <a:t>
到 wav_parse.py。</a:t>
                      </a: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76" name="TextBox 7"/>
          <p:cNvSpPr txBox="1"/>
          <p:nvPr/>
        </p:nvSpPr>
        <p:spPr>
          <a:xfrm>
            <a:off x="5652120" y="405130"/>
            <a:ext cx="3112785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Arial" panose="020B0604020202020204" pitchFamily="34" charset="0"/>
              </a:rPr>
              <a:t>报告人：</a:t>
            </a:r>
            <a:r>
              <a:rPr lang="zh-CN" altLang="en-US" sz="1400" dirty="0"/>
              <a:t>肖雨乐</a:t>
            </a:r>
            <a:r>
              <a:rPr lang="zh-CN" altLang="en-US" sz="1400" dirty="0">
                <a:latin typeface="Arial" panose="020B0604020202020204" pitchFamily="34" charset="0"/>
              </a:rPr>
              <a:t>，</a:t>
            </a:r>
            <a:r>
              <a:rPr lang="zh-CN" altLang="en-US" sz="1400" dirty="0"/>
              <a:t>梁博强，师瑞颖</a:t>
            </a:r>
            <a:endParaRPr lang="en-US" altLang="zh-CN" sz="1400" dirty="0">
              <a:latin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AD25C0-83C7-45BF-AB0A-D6EDC465BF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4259138"/>
            <a:ext cx="4067944" cy="169497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db3c298-2dd3-4acb-a3a1-c346c0dd0ae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334</Words>
  <Application>Microsoft Office PowerPoint</Application>
  <PresentationFormat>全屏显示(4:3)</PresentationFormat>
  <Paragraphs>24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MS PGothic</vt:lpstr>
      <vt:lpstr>宋体</vt:lpstr>
      <vt:lpstr>Arial</vt:lpstr>
      <vt:lpstr>Calibri</vt:lpstr>
      <vt:lpstr>Office 主题</vt:lpstr>
      <vt:lpstr>第一周周报  10/1~10/10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基于草图的图像检索项目周报工作总结  04/20～ 04/26</dc:title>
  <dc:creator/>
  <cp:lastModifiedBy>le xiao</cp:lastModifiedBy>
  <cp:revision>529</cp:revision>
  <dcterms:created xsi:type="dcterms:W3CDTF">2020-09-30T05:22:00Z</dcterms:created>
  <dcterms:modified xsi:type="dcterms:W3CDTF">2026-10-09T14:37:34Z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8DA5BFB6983E40AF83D607CA239C66A1_13</vt:lpwstr>
  </property>
</Properties>
</file>